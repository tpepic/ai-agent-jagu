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303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2303B"/>
                </a:solidFill>
                <a:latin typeface="Calibri"/>
              </a:rPr>
              <a:t>Example mark weighting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303B"/>
              </a:solidFill>
              <a:effectLst/>
            </c:spPr>
          </c:dPt>
          <c:dPt>
            <c:idx val="1"/>
            <c:bubble3D val="0"/>
            <c:spPr>
              <a:solidFill>
                <a:srgbClr val="0F766E"/>
              </a:solidFill>
              <a:effectLst/>
            </c:spPr>
          </c:dPt>
          <c:dPt>
            <c:idx val="2"/>
            <c:bubble3D val="0"/>
            <c:spPr>
              <a:solidFill>
                <a:srgbClr val="2FA39A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9CB8B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Planning &amp; design</c:v>
                </c:pt>
                <c:pt idx="1">
                  <c:v>Development</c:v>
                </c:pt>
                <c:pt idx="2">
                  <c:v>Testing</c:v>
                </c:pt>
                <c:pt idx="3">
                  <c:v>Evaluation</c:v>
                </c:pt>
                <c:pt idx="4">
                  <c:v>Documentation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20</c:v>
                </c:pt>
                <c:pt idx="1">
                  <c:v>35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session: two ways to assess a software project, why both matter, and how students gather evidence in a portfolio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exam-board style requirements: evidence of process and authenticity matter for non-exam assessment.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926080" cy="2926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1463040" cy="1463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716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09728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Assessing a Software Project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51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assessment, alternative assessment, and how to collect evidence for a digital portfolio website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 |  Mobile App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routes to judging a project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project, two kinds of evidence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8059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645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assessment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judges the finished product and process against a mark scheme.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089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app tested against requirements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and comments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 and results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and written feedback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D9F1EC"/>
          </a:solidFill>
          <a:ln w="12700">
            <a:solidFill>
              <a:srgbClr val="D9F1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645920"/>
            <a:ext cx="640080" cy="6400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8059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715000" y="1645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 assessment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423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other people and from the student, showing how the work was made.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31089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and user feedback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and dev log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or viva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 (GitHub)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assessment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teacher looks at, and how to mark it fairly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39319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13258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4630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303520" y="1298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scheme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303520" y="157276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criteria shared with students before they start.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572000" y="21945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3317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303520" y="21671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5303520" y="244144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structure, naming, comments and efficiency.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572000" y="30632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320040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303520" y="3035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evidence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303520" y="331012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plan, results and fixes made.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572000" y="39319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06908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303520" y="3904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/ Q&amp;A</a:t>
            </a:r>
            <a:endParaRPr lang="en-US" sz="1500" dirty="0"/>
          </a:p>
        </p:txBody>
      </p:sp>
      <p:sp>
        <p:nvSpPr>
          <p:cNvPr id="20" name="Text 13"/>
          <p:cNvSpPr txBox="1"/>
          <p:nvPr/>
        </p:nvSpPr>
        <p:spPr>
          <a:xfrm>
            <a:off x="5303520" y="41788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questions confirm the student understands their own code.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 assessment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learning in more ways than a final mark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3619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50492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536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Classmates test the app and give "two stars and a wish".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53619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65049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536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log / journal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103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entries: what I built, what broke, what I learned.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3619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65049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12280" y="153619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presentation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1031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presents the app and explains design choices.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310896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387852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34440" y="32735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840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complete a short survey or usability task.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246120" y="310896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27355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3387852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23360" y="32735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3429000" y="3840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commits show steady progress and authorship.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035040" y="310896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27355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3387852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12280" y="32735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8404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rates themselves against the same criteria.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both?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B4552"/>
          </a:solidFill>
          <a:ln w="12700">
            <a:solidFill>
              <a:srgbClr val="1B45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6230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Fairer grades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8288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sources of evidence reduce bias and one-off bad days.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B4552"/>
          </a:solidFill>
          <a:ln w="12700">
            <a:solidFill>
              <a:srgbClr val="1B455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92040" y="1463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6230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Authenticity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8288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Logs, commits and a viva prove the work is the student's own.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B4552"/>
          </a:solidFill>
          <a:ln w="12700">
            <a:solidFill>
              <a:srgbClr val="1B455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32004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3604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matters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566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problem-solving, debugging and growth.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1B4552"/>
          </a:solidFill>
          <a:ln w="12700">
            <a:solidFill>
              <a:srgbClr val="1B455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32004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604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skills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566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Teamwork, feedback and presenting mirror industry practice.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by side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of each approach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 assessment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assessment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judges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Peers, users, self, teacher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product against criteria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Process, reflection, communication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Code, tests, documents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Logs, feedback, commits, demo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Consistent, comparable marks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Fuller picture of the learner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1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how the work was made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230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clear guidance to be reliable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digital portfolio website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that gathers all the evidence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site 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D9F1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423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606040" y="242316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D9F1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24231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990088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D9F1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900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606040" y="2990088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D9F1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06040" y="29900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557016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D9F1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5570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606040" y="3557016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D9F1EC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06040" y="355701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0" y="1325880"/>
            <a:ext cx="3657600" cy="3291840"/>
          </a:xfrm>
          <a:prstGeom prst="roundRect">
            <a:avLst>
              <a:gd name="adj" fmla="val 3333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30352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website?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192024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and examiners view evidence anywhere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stays organised in project stages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showcase for college, university and jobs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Practises real web skills (HTML, links, media)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evidence to collect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something at every stage of the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554480" cy="3017520"/>
          </a:xfrm>
          <a:prstGeom prst="roundRect">
            <a:avLst>
              <a:gd name="adj" fmla="val 5882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645920"/>
            <a:ext cx="548640" cy="548640"/>
          </a:xfrm>
          <a:prstGeom prst="ellipse">
            <a:avLst/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88920"/>
            <a:ext cx="1335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user needs, success criteria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21408" y="1463040"/>
            <a:ext cx="1554480" cy="3017520"/>
          </a:xfrm>
          <a:prstGeom prst="roundRect">
            <a:avLst>
              <a:gd name="adj" fmla="val 5882"/>
            </a:avLst>
          </a:prstGeom>
          <a:solidFill>
            <a:srgbClr val="D9F1EC"/>
          </a:solidFill>
          <a:ln w="12700">
            <a:solidFill>
              <a:srgbClr val="D9F1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24328" y="16459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24328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12848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231136" y="2788920"/>
            <a:ext cx="1335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Wireframes, flowcharts, colour and layout choices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85616" y="1463040"/>
            <a:ext cx="1554480" cy="3017520"/>
          </a:xfrm>
          <a:prstGeom prst="roundRect">
            <a:avLst>
              <a:gd name="adj" fmla="val 5882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88536" y="1645920"/>
            <a:ext cx="548640" cy="548640"/>
          </a:xfrm>
          <a:prstGeom prst="ellipse">
            <a:avLst/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88536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877056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895344" y="2788920"/>
            <a:ext cx="1335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Screenshots, code snippets, commit history, dev log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49824" y="1463040"/>
            <a:ext cx="1554480" cy="3017520"/>
          </a:xfrm>
          <a:prstGeom prst="roundRect">
            <a:avLst>
              <a:gd name="adj" fmla="val 5882"/>
            </a:avLst>
          </a:prstGeom>
          <a:solidFill>
            <a:srgbClr val="D9F1EC"/>
          </a:solidFill>
          <a:ln w="12700">
            <a:solidFill>
              <a:srgbClr val="D9F1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52744" y="164592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52744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41264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559552" y="2788920"/>
            <a:ext cx="1335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plan, results table, bugs found and fixed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14032" y="1463040"/>
            <a:ext cx="1554480" cy="3017520"/>
          </a:xfrm>
          <a:prstGeom prst="roundRect">
            <a:avLst>
              <a:gd name="adj" fmla="val 5882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16952" y="1645920"/>
            <a:ext cx="548640" cy="548640"/>
          </a:xfrm>
          <a:prstGeom prst="ellipse">
            <a:avLst/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16952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05472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788920"/>
            <a:ext cx="13350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feedback, reflection, future improvements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collect evidence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routine students can follow every lesson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" y="1458468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258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32588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Screenshot, screen-record or photograph as you work.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20824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" y="2153412"/>
            <a:ext cx="265176" cy="26517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0208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&amp; file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3017520" y="2020824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clear names: 2026-10-01_login-screen.png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2715768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2848356"/>
            <a:ext cx="265176" cy="265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27157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up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017520" y="2715768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GitHub or cloud drive each session.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57200" y="3410712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" y="3543300"/>
            <a:ext cx="265176" cy="26517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34107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Annotate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3017520" y="3410712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caption: what it shows and why it matters.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57200" y="4105656"/>
            <a:ext cx="530352" cy="5303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" y="4238244"/>
            <a:ext cx="265176" cy="26517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410565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3017520" y="4105656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the matching portfolio page and check links.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to build the portfolio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options that suit a classroom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Sites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965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start; drag-and-drop pages, works with school accounts.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783080"/>
            <a:ext cx="640080" cy="640080"/>
          </a:xfrm>
          <a:prstGeom prst="ellipse">
            <a:avLst/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9431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1500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715000" y="19659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an HTML site and store code and commit history together.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429000"/>
            <a:ext cx="640080" cy="640080"/>
          </a:xfrm>
          <a:prstGeom prst="ellipse">
            <a:avLst/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5890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Figma / Canva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508760" y="3611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wireframes and mock-ups to embed as evidence.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3F8F7"/>
          </a:solidFill>
          <a:ln w="12700">
            <a:solidFill>
              <a:srgbClr val="F3F8F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92040" y="3429000"/>
            <a:ext cx="640080" cy="640080"/>
          </a:xfrm>
          <a:prstGeom prst="ellipse">
            <a:avLst/>
          </a:prstGeom>
          <a:solidFill>
            <a:srgbClr val="12303B"/>
          </a:solidFill>
          <a:ln w="12700">
            <a:solidFill>
              <a:srgbClr val="12303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5890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1500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 recorder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715000" y="3611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short app demos (built into Android and most PCs).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safe and honest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 before publishing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94360" cy="5943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790" y="147447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893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personal data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002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 names, faces or addresses of others without consent (UK GDPR). Use first names or initials for testers.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194560"/>
            <a:ext cx="594360" cy="5943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234315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15798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who can view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4688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with a link or school-only access, not the open web, unless approved.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063240"/>
            <a:ext cx="594360" cy="5943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" y="321183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02666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sources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3375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images, libraries and tutorials; label anything not your own.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931920"/>
            <a:ext cx="594360" cy="5943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" y="4080510"/>
            <a:ext cx="297180" cy="2971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38953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criteria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280160" y="42062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each mark-scheme point and link it to its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assessment checks the product against clear criteria.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assessment reveals process, reflection and authenticity.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 for a fair, complete picture of a software project.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website collects evidence at every stage, safely.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411480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4114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set up your portfolio site this week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Assessing a Software Project</dc:title>
  <dc:subject>PptxGenJS Presentation</dc:subject>
  <dc:creator>PptxGenJS</dc:creator>
  <cp:lastModifiedBy>PptxGenJS</cp:lastModifiedBy>
  <cp:revision>1</cp:revision>
  <dcterms:created xsi:type="dcterms:W3CDTF">2026-10-01T12:07:58Z</dcterms:created>
  <dcterms:modified xsi:type="dcterms:W3CDTF">2026-10-01T12:07:58Z</dcterms:modified>
</cp:coreProperties>
</file>