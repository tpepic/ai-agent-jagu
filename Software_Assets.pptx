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2926080" cy="2926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926080"/>
            <a:ext cx="1463040" cy="1463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7160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Assets in Software Development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51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assets are, why they matter, and how to collect them for a website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 |  Mobile App &amp; Web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asset?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 project uses, other than the program logic itself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D9F1EC"/>
          </a:solidFill>
          <a:ln w="12700">
            <a:solidFill>
              <a:srgbClr val="D9F1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602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00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2316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asset is a file or resource that is created, collected or bought and then used inside a software project. Websites, games and apps all depend on them.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6576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logo, photos, fonts and video on a school website are all assets.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61848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173278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9240" y="14630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icons, logos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720840" y="137160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0" y="161848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173278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406640" y="14630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and music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663440" y="2468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00600" y="271576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2830068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49240" y="25603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and animation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720840" y="2468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858000" y="271576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0" y="283006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06640" y="25603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4663440" y="356616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800600" y="381304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3927348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49240" y="36576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CSS, libraries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6720840" y="356616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858000" y="38130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300" y="3927348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406640" y="36576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and documents</a:t>
            </a:r>
            <a:endParaRPr lang="en-US" sz="1250" dirty="0"/>
          </a:p>
        </p:txBody>
      </p:sp>
      <p:sp>
        <p:nvSpPr>
          <p:cNvPr id="34" name="Text 25"/>
          <p:cNvSpPr txBox="1"/>
          <p:nvPr/>
        </p:nvSpPr>
        <p:spPr>
          <a:xfrm>
            <a:off x="4663440" y="4572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site loads it, it is an asset.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assets and their file formats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format for each job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3749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formats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on a website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JPG, PNG, WebP, SVG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Photos, banners, logos, icons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MP3, WAV, OGG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music, sound effects, podcasts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MP4, WebM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Demos, tutorials, animations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WOFF2, TTF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Headings and body text styling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&amp; libraries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HTML, CSS, JS, JSON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Layout, behaviour, data, frameworks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PDF, TXT, MD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Guides, reports, downloadable files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assets are important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B4552"/>
          </a:solidFill>
          <a:ln w="12700">
            <a:solidFill>
              <a:srgbClr val="1B45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6230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impressions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8288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images, colours and fonts make a site look professional and trustworthy.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B4552"/>
          </a:solidFill>
          <a:ln w="12700">
            <a:solidFill>
              <a:srgbClr val="1B455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463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6230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8288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text, captions and readable fonts let everyone use the site.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B4552"/>
          </a:solidFill>
          <a:ln w="12700">
            <a:solidFill>
              <a:srgbClr val="1B455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2004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3604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566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Well-sized assets load fast; huge files make visitors leave.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B4552"/>
          </a:solidFill>
          <a:ln w="12700">
            <a:solidFill>
              <a:srgbClr val="1B455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2004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604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safety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566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licensed or original assets avoids copyright problems.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assets come from?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collect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600200"/>
            <a:ext cx="685800" cy="685800"/>
          </a:xfrm>
          <a:prstGeom prst="ellipse">
            <a:avLst/>
          </a:prstGeom>
          <a:solidFill>
            <a:srgbClr val="12303B"/>
          </a:solidFill>
          <a:ln w="12700">
            <a:solidFill>
              <a:srgbClr val="12303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730" y="177165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your own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12648" y="3017520"/>
            <a:ext cx="16550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in Figma or Canva, photograph, record audio or screen. You own it and it is unique.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42032" y="137160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D9F1EC"/>
          </a:solidFill>
          <a:ln w="12700">
            <a:solidFill>
              <a:srgbClr val="D9F1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82112" y="160020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562" y="177165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79192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libraries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3017520"/>
            <a:ext cx="16550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Unsplash, Pexels, Font Awesome, Google Fonts, Freesound. Check each licence.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26864" y="137160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66944" y="1600200"/>
            <a:ext cx="685800" cy="685800"/>
          </a:xfrm>
          <a:prstGeom prst="ellipse">
            <a:avLst/>
          </a:prstGeom>
          <a:solidFill>
            <a:srgbClr val="12303B"/>
          </a:solidFill>
          <a:ln w="12700">
            <a:solidFill>
              <a:srgbClr val="12303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394" y="177165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64024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or commission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782312" y="3017520"/>
            <a:ext cx="16550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stock sites or a designer, when you need a specific style.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711696" y="137160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D9F1EC"/>
          </a:solidFill>
          <a:ln w="12700">
            <a:solidFill>
              <a:srgbClr val="D9F1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51776" y="160020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226" y="177165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48856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permission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867144" y="3017520"/>
            <a:ext cx="16550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person's work or photo only with their clear consent, in writing.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collect assets for a website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five-step routine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0352" cy="5303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" y="1458468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2588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List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474720" y="13258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pages and write an asset list: what images, fonts, audio are needed.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2020824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" y="215341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02082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Source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3474720" y="202082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find each asset from a trusted place.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57200" y="2715768"/>
            <a:ext cx="530352" cy="5303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2848356"/>
            <a:ext cx="265176" cy="2651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271576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Check licence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474720" y="271576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 may use it, and note the credit required.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57200" y="3410712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" y="3543300"/>
            <a:ext cx="265176" cy="26517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341071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Prepare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3474720" y="341071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compress, convert to the right format, rename clearly.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57200" y="4105656"/>
            <a:ext cx="530352" cy="5303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" y="4238244"/>
            <a:ext cx="265176" cy="26517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410565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Store &amp; use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3474720" y="410565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in an organised assets folder, then link it in your code.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licence first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on the internet is free to 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37160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domain / CC0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37160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restrictions. Use freely, credit not required.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377440"/>
            <a:ext cx="347472" cy="347472"/>
          </a:xfrm>
          <a:prstGeom prst="ellipse">
            <a:avLst/>
          </a:prstGeom>
          <a:solidFill>
            <a:srgbClr val="2FA39A"/>
          </a:solidFill>
          <a:ln w="12700">
            <a:solidFill>
              <a:srgbClr val="2FA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219456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Commons (CC BY)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19456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 if you credit the creator.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20040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34440" y="301752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Royalty-free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01752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or accept terms once; follow the site's rules.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4023360"/>
            <a:ext cx="347472" cy="347472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384048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rights reserved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384048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Copyrighted. Do not use without permission.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 assets in folders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tidy structure saves time and prevents broken links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12303B"/>
          </a:solidFill>
          <a:ln w="12700">
            <a:solidFill>
              <a:srgbClr val="1230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my-website/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0136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139696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78024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images/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1635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icons/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154680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fonts/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49300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audio/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831336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video/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169664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css/  js/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41732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2332" y="1559052"/>
            <a:ext cx="283464" cy="28346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532120" y="13990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clear names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532120" y="17190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login-button.png, not IMG_4021.png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800600" y="246888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32" y="2610612"/>
            <a:ext cx="283464" cy="28346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53212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folder per type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5532120" y="27706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paths short and predictable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800600" y="352044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32" y="3662172"/>
            <a:ext cx="283464" cy="28346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532120" y="35021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with version control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5532120" y="3822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assets in GitHub or cloud storage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assets for the web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well-formatted files make a faster site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200 KB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target size for a photo on a web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D9F1EC"/>
          </a:solidFill>
          <a:ln w="12700">
            <a:solidFill>
              <a:srgbClr val="D9F1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3756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WebP / SVG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formats: smaller than JPG and PNG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2648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alt=""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every image for screen readers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5204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the size it will be displayed, not the camera original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with tools such as Squoosh or TinyPNG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large images and video lazily so the page opens quickly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a phone as well as a computer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an asset log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record proves where every asset came from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1371600"/>
                <a:gridCol w="1828800"/>
                <a:gridCol w="1463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hero-banner.webp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Unsplash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Smith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Unsplash licence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logo.svg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Made in Canva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Poppins.woff2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Fonts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click.mp3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Freesound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Lee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 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in a spreadsheet or on a page of your site called "Credits". It also makes crediting creators easy.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are the files a project uses: images, audio, video, fonts, code and documents.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shape how a website looks, how fast it loads and who can use it.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collect them from trusted sources and always check the licence.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Prepare, name, organise and log every asset as you go.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411480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114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write your project asset list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Development Assets</dc:title>
  <dc:subject>PptxGenJS Presentation</dc:subject>
  <dc:creator>PptxGenJS</dc:creator>
  <cp:lastModifiedBy>PptxGenJS</cp:lastModifiedBy>
  <cp:revision>1</cp:revision>
  <dcterms:created xsi:type="dcterms:W3CDTF">2026-10-01T12:11:01Z</dcterms:created>
  <dcterms:modified xsi:type="dcterms:W3CDTF">2026-10-01T12:11:01Z</dcterms:modified>
</cp:coreProperties>
</file>